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 장표. 앞의 BCM 시뮬레이터·MI 뉴스는 '완성된 시스템'이라 청중이 '저 사람이니까 되는 것'으로 받아들이기 쉽다. 여기서부터는 작고, 오늘 당장, 나도 할 수 있는 크기로 내려온다는 신호를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편을 한 장에 미리 보여주고 시작한다. 각 편의 '길이'를 같이 띄우는 이유 — 짧다는 걸 먼저 알려야 집중해서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말할 것 — 머리글이 두세 줄로 쪼개져 있어도 세로로 이어붙여서 '채권 종류 + 만기'를 찾아내게 해뒀습니다. 사람이 하던 눈치를 규칙으로 적어 준 것뿐입니다. / 실제 시스템이 안 뜨면 workshop/demo/paste-to-table.html 로 대체.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말할 것 — 서식은 판단이 아니라 규칙입니다. 규칙은 한 번만 적어 두면 됩니다. 내용을 바꿔도 서식 지적이 다시 나올 일이 없습니다. / 사내 문서를 띄우기 곤란하면 workshop/demo/make-docx.mjs 백업본으로 대체.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말할 것 — 일반 챗봇과 다른 점은 우리가 쌓은 자료 안에서만 답한다는 것, 그리고 출처를 붙인다는 것입니다. 근거 없는 문장이 보고서에 들어가는 게 제일 위험하니까요. / 촬영 직전 같은 질문을 한 번 돌려 예열할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말할 것 — 중요한 건 제가 코드를 짠 게 아니라 요구사항을 말했다는 겁니다. 담당자가 원하는 항목 하나 늘리는 데 개발 요청서가 필요 없어집니다. / 시연 전용 브랜치에서 촬영하고 끝나면 git checkout . 으로 되돌릴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발표의 핵심 메시지 장표. 여기서 청중이 '나도 하나쯤 있다'고 떠올리게 만드는 게 목적이다.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청중이 자리에서 일어나 바로 할 수 있는 크기로 세 개만 남긴다. 질문이 나오면 예상 질문표(03-발표-촬영-가이드.md)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72768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FB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그런데,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2231136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것도 됩니다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33101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C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시스템은 몇 달짜리였습니다.  지금부터 보실 것은 대부분 하루 안에 만든 것들입니다.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4편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4343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10초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88620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재생시간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4343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이내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8660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각각의 제작 기간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보실 네 가지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위험관리 업무에서 매일 반복되던 것들입니다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789920" cy="987552"/>
          </a:xfrm>
          <a:prstGeom prst="roundRect">
            <a:avLst>
              <a:gd name="adj" fmla="val 5556"/>
            </a:avLst>
          </a:prstGeom>
          <a:solidFill>
            <a:srgbClr val="F5F8F8"/>
          </a:solidFill>
          <a:ln w="9525">
            <a:solidFill>
              <a:srgbClr val="D7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847088"/>
            <a:ext cx="548640" cy="548640"/>
          </a:xfrm>
          <a:prstGeom prst="ellipse">
            <a:avLst/>
          </a:prstGeom>
          <a:solidFill>
            <a:srgbClr val="0F5F6B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9293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73352" y="18105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엑셀을 그대로 붙여넣으면 표가 스스로 정리된다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73352" y="21945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머리글을 읽고 지표를 판별 — 옮겨 적기 자체가 사라짐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104120" y="1956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10789920" cy="987552"/>
          </a:xfrm>
          <a:prstGeom prst="roundRect">
            <a:avLst>
              <a:gd name="adj" fmla="val 5556"/>
            </a:avLst>
          </a:prstGeom>
          <a:solidFill>
            <a:srgbClr val="F5F8F8"/>
          </a:solidFill>
          <a:ln w="9525">
            <a:solidFill>
              <a:srgbClr val="D7DE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3017520"/>
            <a:ext cx="548640" cy="548640"/>
          </a:xfrm>
          <a:prstGeom prst="ellipse">
            <a:avLst/>
          </a:prstGeom>
          <a:solidFill>
            <a:srgbClr val="0F5F6B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" y="30998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73352" y="29809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보고서 양식이 그대로 나온다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73352" y="33649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글꼴·여백·줄간격·문단 기호까지 규칙으로 고정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10412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968496"/>
            <a:ext cx="10789920" cy="987552"/>
          </a:xfrm>
          <a:prstGeom prst="roundRect">
            <a:avLst>
              <a:gd name="adj" fmla="val 5556"/>
            </a:avLst>
          </a:prstGeom>
          <a:solidFill>
            <a:srgbClr val="F5F8F8"/>
          </a:solidFill>
          <a:ln w="9525">
            <a:solidFill>
              <a:srgbClr val="D7DE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4187952"/>
            <a:ext cx="548640" cy="548640"/>
          </a:xfrm>
          <a:prstGeom prst="ellipse">
            <a:avLst/>
          </a:prstGeom>
          <a:solidFill>
            <a:srgbClr val="0F5F6B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42702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73352" y="415137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자료에 말로 묻는다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73352" y="45354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아니라 질문 — 답에 근거 자료가 붙는다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10412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5138928"/>
            <a:ext cx="10789920" cy="987552"/>
          </a:xfrm>
          <a:prstGeom prst="roundRect">
            <a:avLst>
              <a:gd name="adj" fmla="val 5556"/>
            </a:avLst>
          </a:prstGeom>
          <a:solidFill>
            <a:srgbClr val="F5F8F8"/>
          </a:solidFill>
          <a:ln w="9525">
            <a:solidFill>
              <a:srgbClr val="D7DE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" y="5358384"/>
            <a:ext cx="548640" cy="548640"/>
          </a:xfrm>
          <a:prstGeom prst="ellipse">
            <a:avLst/>
          </a:prstGeom>
          <a:solidFill>
            <a:srgbClr val="0F5F6B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" y="5440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73352" y="53218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한마디로 기능이 붙는다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73352" y="570585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요구사항을 말하면 화면이 바뀐다 (실황)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104120" y="5468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엑셀을 그대로 붙여넣으면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평가사 포털 화면 복사 → 붙여넣기 → 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6858000" cy="3840480"/>
          </a:xfrm>
          <a:prstGeom prst="roundRect">
            <a:avLst>
              <a:gd name="adj" fmla="val 1429"/>
            </a:avLst>
          </a:prstGeom>
          <a:solidFill>
            <a:srgbClr val="E3EFF0"/>
          </a:solidFill>
          <a:ln w="12700">
            <a:solidFill>
              <a:srgbClr val="0F5F6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41985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35초  ·  이 자리에 영상 삽입 (자동 실행 · 반복 재생)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812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3880" y="15727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83880" y="18836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포털 표를 있는 그대로 Ctrl+C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83880" y="25420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83880" y="28529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머리글이 2~3줄로 쪼개져 있어도 그대로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83880" y="35112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판별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83880" y="3822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‘채권 종류 + 만기’를 읽어 지표를 맞춤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44805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83880" y="47914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전일·전월·전분기·전년 비교 즉시 갱신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6327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하던 눈치를, 규칙으로 적어 준 것뿐입니다.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보고서 양식이 그대로 나온다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바탕체 · 여백 상하 2.5cm 좌우 2cm · 줄간격 1.3 · 문단 기호 □ / - / *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6858000" cy="3840480"/>
          </a:xfrm>
          <a:prstGeom prst="roundRect">
            <a:avLst>
              <a:gd name="adj" fmla="val 1429"/>
            </a:avLst>
          </a:prstGeom>
          <a:solidFill>
            <a:srgbClr val="E3EFF0"/>
          </a:solidFill>
          <a:ln w="12700">
            <a:solidFill>
              <a:srgbClr val="0F5F6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②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41985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50초  ·  이 자리에 영상 삽입 (자동 실행 · 반복 재생)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0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24160" y="16276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18120" y="2011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시간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18120" y="23408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1건당 30~60분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18120" y="3063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오류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3392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때마다 지적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불가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4114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44439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파일 복사·수정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한 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56327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서식은 판단이 아니라 규칙입니다. 규칙은 한 번만 적어 두면 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자료에 말로 묻는다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자동으로 쌓인 감독·규제 자료가 곧 팀의 지식베이스가 됩니다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6858000" cy="3840480"/>
          </a:xfrm>
          <a:prstGeom prst="roundRect">
            <a:avLst>
              <a:gd name="adj" fmla="val 1429"/>
            </a:avLst>
          </a:prstGeom>
          <a:solidFill>
            <a:srgbClr val="E3EFF0"/>
          </a:solidFill>
          <a:ln w="12700">
            <a:solidFill>
              <a:srgbClr val="0F5F6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③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41985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45초  ·  이 자리에 영상 삽입 (자동 실행 · 반복 재생)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18120" y="1773936"/>
            <a:ext cx="237744" cy="237744"/>
          </a:xfrm>
          <a:prstGeom prst="ellipse">
            <a:avLst/>
          </a:prstGeom>
          <a:solidFill>
            <a:srgbClr val="A97C22"/>
          </a:solidFill>
          <a:ln/>
        </p:spPr>
      </p:sp>
      <p:sp>
        <p:nvSpPr>
          <p:cNvPr id="8" name="Text 6"/>
          <p:cNvSpPr/>
          <p:nvPr/>
        </p:nvSpPr>
        <p:spPr>
          <a:xfrm>
            <a:off x="8183880" y="1737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자료 안에서만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83880" y="20848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챗봇과 다른 지점 — 바깥에서 지어내지 않습니다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3054096"/>
            <a:ext cx="237744" cy="237744"/>
          </a:xfrm>
          <a:prstGeom prst="ellipse">
            <a:avLst/>
          </a:prstGeom>
          <a:solidFill>
            <a:srgbClr val="A97C22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30175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답에 출처가 붙는다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83880" y="33649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기관·제목·날짜까지. 근거 없는 문장이 보고서에 못 들어갑니다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4334256"/>
            <a:ext cx="237744" cy="237744"/>
          </a:xfrm>
          <a:prstGeom prst="ellipse">
            <a:avLst/>
          </a:prstGeom>
          <a:solidFill>
            <a:srgbClr val="A97C22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4297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초안이지 결론이 아니다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83880" y="46451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책임은 작성자에게 있다는 걸 문서에도 적어 뒀습니다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6327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아니라 질문입니다. 그리고 답에는 근거가 같이 옵니다.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한마디로 기능이 붙는다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요구사항을 말로 하면 화면이 바뀝니다 — 요청서도 회의도 없이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6858000" cy="3840480"/>
          </a:xfrm>
          <a:prstGeom prst="roundRect">
            <a:avLst>
              <a:gd name="adj" fmla="val 1429"/>
            </a:avLst>
          </a:prstGeom>
          <a:solidFill>
            <a:srgbClr val="E3EFF0"/>
          </a:solidFill>
          <a:ln w="12700">
            <a:solidFill>
              <a:srgbClr val="0F5F6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④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41985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  ·  이 자리에 영상 삽입 (자동 실행 · 반복 재생)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8120" y="1627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제가 한 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1975104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0E1F26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2139696"/>
            <a:ext cx="3291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9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“‘국고채 2년’도 인식되게 해줘.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9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ktb2y로.”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18120" y="3282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한 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3611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고칠 파일을 스스로 찾음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18120" y="4178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수정안을 보여주고 승인을 받음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18120" y="47457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바뀐 코드는 3줄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56327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제가 코드를 짠 게 아니라, 요구사항을 말한 것입니다.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가지의 공통점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450592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걸 만든 게 아니라,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걸 없앴다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39502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 · 서식 맞추기 · 자료 찾기 · 옮겨 적기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70832" y="1700784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70832" y="2450592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시작해서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고쳤다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70832" y="39502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기획서도 요청서도 회의도 없이, 쓰면서 고쳤습니다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55864" y="1700784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55864" y="2450592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실패를 전제로 짰다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055864" y="39502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없으면 에러가 아니라 기능만 줄고, 다음날 다시 시도합니다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무엇부터 하면 되나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 다 하실 필요 없습니다 — 하나만 고르시면 됩니다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19856" cy="2743200"/>
          </a:xfrm>
          <a:prstGeom prst="roundRect">
            <a:avLst>
              <a:gd name="adj" fmla="val 2333"/>
            </a:avLst>
          </a:prstGeom>
          <a:solidFill>
            <a:srgbClr val="F5F8F8"/>
          </a:solidFill>
          <a:ln w="9525">
            <a:solidFill>
              <a:srgbClr val="D7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78408" y="254203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똑같이 만드는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한 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3529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서식부터 자동화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78408" y="39502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②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419856" cy="2743200"/>
          </a:xfrm>
          <a:prstGeom prst="roundRect">
            <a:avLst>
              <a:gd name="adj" fmla="val 2333"/>
            </a:avLst>
          </a:prstGeom>
          <a:solidFill>
            <a:srgbClr val="F5F8F8"/>
          </a:solidFill>
          <a:ln w="9525">
            <a:solidFill>
              <a:srgbClr val="D7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254203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옮겨 적는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한 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529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 자동 인식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39502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1737360"/>
            <a:ext cx="3419856" cy="2743200"/>
          </a:xfrm>
          <a:prstGeom prst="roundRect">
            <a:avLst>
              <a:gd name="adj" fmla="val 2333"/>
            </a:avLst>
          </a:prstGeom>
          <a:solidFill>
            <a:srgbClr val="F5F8F8"/>
          </a:solidFill>
          <a:ln w="9525">
            <a:solidFill>
              <a:srgbClr val="D7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C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48472" y="254203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찾아보는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한 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48472" y="3529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수집 + 검색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48472" y="39502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③⑤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892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5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“하나만 고르시고, 그걸 말로 설명하는 것부터 시작하시면 됩니다.”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활용 — 추가 시연 슬라이드</dc:title>
  <dc:subject>PptxGenJS Presentation</dc:subject>
  <dc:creator>위험관리 워크샵</dc:creator>
  <cp:lastModifiedBy>위험관리 워크샵</cp:lastModifiedBy>
  <cp:revision>1</cp:revision>
  <dcterms:created xsi:type="dcterms:W3CDTF">2026-08-22T23:43:32Z</dcterms:created>
  <dcterms:modified xsi:type="dcterms:W3CDTF">2026-08-22T23:43:32Z</dcterms:modified>
</cp:coreProperties>
</file>